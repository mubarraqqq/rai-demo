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D52A-3248-975B-460B-7F729B8D5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5702E-4A7E-C6BF-CBE6-6C87A37BC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EA64-D64E-BD0E-39EB-291F65D7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56D15-2E9E-5045-1811-9A62CCD5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11B4-285D-5365-8879-E356594D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24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32A4-CC93-AE61-F720-00ED6EA51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554F-7EDC-1726-51EA-A161F29A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EBBC6-A7DD-75DE-3217-E019812E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50769-325A-0974-2E4B-847AFDCF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2405F-57F2-DD8D-5AC0-93C19B2B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15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2F3B-3D39-0BE6-0312-2BD2B1FC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80A78-7573-CB90-3BCD-9B83BFEA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3072-0321-228F-4159-49B1472E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A8F1-D974-7F80-2786-F74E0F58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3B5E-E0DB-276B-FC1A-CE21A9F9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02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40F4-3CB6-FDBF-54B4-EE6390CE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38C6-158B-13B7-23AD-CB998489A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FCCEF-3773-976F-A093-E7745FF61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DC3D8-923E-213D-5363-A1225E67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978BE-9EF7-34C5-D289-B62A54DB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EEA1F-A81B-FA27-E225-75561A22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35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A8E1-0AFB-7173-1DBF-4E88DD3A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D0CE9-E65D-F262-1AD0-05BE9E956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80AA2-688C-7899-CABA-D71007D3A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3F405-B0FA-E30C-D9C9-7B441484C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EEAAC-4CC8-F161-DA6D-159DFACEF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0EEA4-F849-9788-547E-C7C48FB2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64AD7-A0ED-CEE8-9722-28013C90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9711C-7113-72F5-0F42-713C66FE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06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3FE6-F3D0-4428-D3C7-0B942E2A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52118-1599-C9DE-6F65-74B0C215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8EF1A-A289-8484-0CA1-D26ECDDE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11967-5525-28AA-88B2-2D89422B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61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21CDE-77A0-8888-0944-A4A7F35D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CF199F-A76F-7578-64ED-6445432D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44F01-F536-5AA3-BDCD-67288284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54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7F34-2903-627B-2F6D-0FE07C05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C43F6-CDC8-19B5-385B-BD71E8ED2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9879F-7CE1-8BF6-AFD4-37FBFE0A9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D67A2-2021-1B10-DD16-52B0DCB9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21E75-FF40-6827-BA8D-77AED265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7F3E9-E30C-B160-881B-C267601A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24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0169-E81B-2FA9-5484-8AA5EB42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B4F30-5BBD-CC58-538E-0EAAA7FF3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A528A-8F61-5936-4733-7BBBD57C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55A52-92E9-1833-B58C-9867C300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86022-CCDD-C8AD-4FC5-2457004A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EA2E9-565A-9733-DC16-AF9578C9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62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D6C0-038B-4C49-03E2-0A5CE956E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F559C-29E1-649B-6E74-14EF1EC1C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7969F-09C9-976F-B4EE-07A708AC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3C1B9-2AE3-3926-0449-8038B37B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C96DD-BAF0-B3FD-2110-CA5B41F3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3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81155-FA9B-F5C6-1878-60D0AE41C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1B7EF-5986-C18F-3EA9-296976EA7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634A6-551F-8106-6DA7-35D6B432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83A-E1E9-BAD0-D074-4D34DC61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0EED4-C5F6-0BA5-2957-5B4E6312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01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5A33B-BCF5-F9BF-EDA8-E095202C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B4F71-C553-BB19-70DF-CCD8A07F6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2A73-DE7C-295D-9B3E-44E3EE993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A0BD-BFE4-423E-9F43-AD3C7D35FC24}" type="datetimeFigureOut">
              <a:rPr lang="en-GB" smtClean="0"/>
              <a:t>16/03/2025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A497C-17CF-1C41-6446-A1C66A1C4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897C0-2B2B-2CAC-4731-C650B199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5EBAA-279A-441F-8B2D-CD0B838DE8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82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CD97D2-129B-B92A-F538-9D3CFB3E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006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D9417F-275E-36D8-1D63-D0CAC8564962}"/>
              </a:ext>
            </a:extLst>
          </p:cNvPr>
          <p:cNvSpPr/>
          <p:nvPr/>
        </p:nvSpPr>
        <p:spPr>
          <a:xfrm>
            <a:off x="111937" y="169835"/>
            <a:ext cx="4727643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bg1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00645-3EA2-BA2F-713C-D8662B9027A6}"/>
              </a:ext>
            </a:extLst>
          </p:cNvPr>
          <p:cNvSpPr txBox="1"/>
          <p:nvPr/>
        </p:nvSpPr>
        <p:spPr>
          <a:xfrm>
            <a:off x="353305" y="169835"/>
            <a:ext cx="5161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ResilienceBuilder Sample Analytics</a:t>
            </a:r>
          </a:p>
        </p:txBody>
      </p:sp>
    </p:spTree>
    <p:extLst>
      <p:ext uri="{BB962C8B-B14F-4D97-AF65-F5344CB8AC3E}">
        <p14:creationId xmlns:p14="http://schemas.microsoft.com/office/powerpoint/2010/main" val="50887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FE50-0519-57B7-68DC-75871EA6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8B64BE-76DC-3D99-FF89-39103F8D4553}"/>
              </a:ext>
            </a:extLst>
          </p:cNvPr>
          <p:cNvSpPr/>
          <p:nvPr/>
        </p:nvSpPr>
        <p:spPr>
          <a:xfrm>
            <a:off x="111937" y="169835"/>
            <a:ext cx="4727643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bg1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AF7C9-03C3-9DC5-CC04-836D0B90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8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44CB-6D9B-6778-86F1-1EB23209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F3E944-57DD-6500-1B8E-06D19B42E226}"/>
              </a:ext>
            </a:extLst>
          </p:cNvPr>
          <p:cNvSpPr/>
          <p:nvPr/>
        </p:nvSpPr>
        <p:spPr>
          <a:xfrm>
            <a:off x="111937" y="169835"/>
            <a:ext cx="4727643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bg1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5AFC6-D459-3799-E2C0-67443A24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0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A818-A80F-A5C8-94C7-EBFD3420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8AA74E-6A45-D02C-9530-27CD07FC4803}"/>
              </a:ext>
            </a:extLst>
          </p:cNvPr>
          <p:cNvSpPr/>
          <p:nvPr/>
        </p:nvSpPr>
        <p:spPr>
          <a:xfrm>
            <a:off x="111937" y="169835"/>
            <a:ext cx="4727643" cy="428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bg1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E9106-3FB1-E385-E7F9-4FB3917CB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" y="0"/>
            <a:ext cx="12183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1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52869-C1C1-F663-D7B7-D0F36876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17240" cy="653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1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127CAE99F2A4D9DB3600D083AC1B1" ma:contentTypeVersion="0" ma:contentTypeDescription="Create a new document." ma:contentTypeScope="" ma:versionID="5481ac67f617ec08558831500066c0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8910D9-7758-430C-B765-5714B4567372}"/>
</file>

<file path=customXml/itemProps2.xml><?xml version="1.0" encoding="utf-8"?>
<ds:datastoreItem xmlns:ds="http://schemas.openxmlformats.org/officeDocument/2006/customXml" ds:itemID="{553F57AA-9B63-46A2-AEE1-667B8364913F}"/>
</file>

<file path=customXml/itemProps3.xml><?xml version="1.0" encoding="utf-8"?>
<ds:datastoreItem xmlns:ds="http://schemas.openxmlformats.org/officeDocument/2006/customXml" ds:itemID="{26EF4AA6-21BC-4AAF-B859-CBAC4AABE78F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Howe</dc:creator>
  <cp:lastModifiedBy>Steve Howe</cp:lastModifiedBy>
  <cp:revision>1</cp:revision>
  <dcterms:created xsi:type="dcterms:W3CDTF">2025-03-16T14:59:56Z</dcterms:created>
  <dcterms:modified xsi:type="dcterms:W3CDTF">2025-03-16T15:09:34Z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0x010100752127CAE99F2A4D9DB3600D083AC1B1</vt:lpwstr>
  </property>
</Properties>
</file>